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7" d="100"/>
          <a:sy n="117" d="100"/>
        </p:scale>
        <p:origin x="29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9D13203-C45F-4B9D-B7ED-D57CB5F50A73}"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1A4E4F-346C-45C3-9D85-1698F21DC516}"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60256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D13203-C45F-4B9D-B7ED-D57CB5F50A73}"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1A4E4F-346C-45C3-9D85-1698F21DC516}" type="slidenum">
              <a:rPr lang="en-US" smtClean="0"/>
              <a:t>‹#›</a:t>
            </a:fld>
            <a:endParaRPr lang="en-US"/>
          </a:p>
        </p:txBody>
      </p:sp>
    </p:spTree>
    <p:extLst>
      <p:ext uri="{BB962C8B-B14F-4D97-AF65-F5344CB8AC3E}">
        <p14:creationId xmlns:p14="http://schemas.microsoft.com/office/powerpoint/2010/main" val="42021757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D13203-C45F-4B9D-B7ED-D57CB5F50A73}"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1A4E4F-346C-45C3-9D85-1698F21DC516}"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8742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D13203-C45F-4B9D-B7ED-D57CB5F50A73}"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1A4E4F-346C-45C3-9D85-1698F21DC516}" type="slidenum">
              <a:rPr lang="en-US" smtClean="0"/>
              <a:t>‹#›</a:t>
            </a:fld>
            <a:endParaRPr lang="en-US"/>
          </a:p>
        </p:txBody>
      </p:sp>
    </p:spTree>
    <p:extLst>
      <p:ext uri="{BB962C8B-B14F-4D97-AF65-F5344CB8AC3E}">
        <p14:creationId xmlns:p14="http://schemas.microsoft.com/office/powerpoint/2010/main" val="20082928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D13203-C45F-4B9D-B7ED-D57CB5F50A73}" type="datetimeFigureOut">
              <a:rPr lang="en-US" smtClean="0"/>
              <a:t>10/28/2026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B1A4E4F-346C-45C3-9D85-1698F21DC516}" type="slidenum">
              <a:rPr lang="en-US" smtClean="0"/>
              <a:t>‹#›</a:t>
            </a:fld>
            <a:endParaRPr lang="en-US"/>
          </a:p>
        </p:txBody>
      </p:sp>
    </p:spTree>
    <p:extLst>
      <p:ext uri="{BB962C8B-B14F-4D97-AF65-F5344CB8AC3E}">
        <p14:creationId xmlns:p14="http://schemas.microsoft.com/office/powerpoint/2010/main" val="24672205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D13203-C45F-4B9D-B7ED-D57CB5F50A73}" type="datetimeFigureOut">
              <a:rPr lang="en-US" smtClean="0"/>
              <a:t>10/28/2026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B1A4E4F-346C-45C3-9D85-1698F21DC516}" type="slidenum">
              <a:rPr lang="en-US" smtClean="0"/>
              <a:t>‹#›</a:t>
            </a:fld>
            <a:endParaRPr lang="en-US"/>
          </a:p>
        </p:txBody>
      </p:sp>
    </p:spTree>
    <p:extLst>
      <p:ext uri="{BB962C8B-B14F-4D97-AF65-F5344CB8AC3E}">
        <p14:creationId xmlns:p14="http://schemas.microsoft.com/office/powerpoint/2010/main" val="3899336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9D13203-C45F-4B9D-B7ED-D57CB5F50A73}" type="datetimeFigureOut">
              <a:rPr lang="en-US" smtClean="0"/>
              <a:t>10/28/2026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EB1A4E4F-346C-45C3-9D85-1698F21DC516}" type="slidenum">
              <a:rPr lang="en-US" smtClean="0"/>
              <a:t>‹#›</a:t>
            </a:fld>
            <a:endParaRPr lang="en-US"/>
          </a:p>
        </p:txBody>
      </p:sp>
    </p:spTree>
    <p:extLst>
      <p:ext uri="{BB962C8B-B14F-4D97-AF65-F5344CB8AC3E}">
        <p14:creationId xmlns:p14="http://schemas.microsoft.com/office/powerpoint/2010/main" val="3926287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9D13203-C45F-4B9D-B7ED-D57CB5F50A73}" type="datetimeFigureOut">
              <a:rPr lang="en-US" smtClean="0"/>
              <a:t>10/28/2026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B1A4E4F-346C-45C3-9D85-1698F21DC516}" type="slidenum">
              <a:rPr lang="en-US" smtClean="0"/>
              <a:t>‹#›</a:t>
            </a:fld>
            <a:endParaRPr lang="en-US"/>
          </a:p>
        </p:txBody>
      </p:sp>
    </p:spTree>
    <p:extLst>
      <p:ext uri="{BB962C8B-B14F-4D97-AF65-F5344CB8AC3E}">
        <p14:creationId xmlns:p14="http://schemas.microsoft.com/office/powerpoint/2010/main" val="29124779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D13203-C45F-4B9D-B7ED-D57CB5F50A73}"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1A4E4F-346C-45C3-9D85-1698F21DC516}" type="slidenum">
              <a:rPr lang="en-US" smtClean="0"/>
              <a:t>‹#›</a:t>
            </a:fld>
            <a:endParaRPr lang="en-US"/>
          </a:p>
        </p:txBody>
      </p:sp>
    </p:spTree>
    <p:extLst>
      <p:ext uri="{BB962C8B-B14F-4D97-AF65-F5344CB8AC3E}">
        <p14:creationId xmlns:p14="http://schemas.microsoft.com/office/powerpoint/2010/main" val="578757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D13203-C45F-4B9D-B7ED-D57CB5F50A73}"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1A4E4F-346C-45C3-9D85-1698F21DC516}" type="slidenum">
              <a:rPr lang="en-US" smtClean="0"/>
              <a:t>‹#›</a:t>
            </a:fld>
            <a:endParaRPr lang="en-US"/>
          </a:p>
        </p:txBody>
      </p:sp>
    </p:spTree>
    <p:extLst>
      <p:ext uri="{BB962C8B-B14F-4D97-AF65-F5344CB8AC3E}">
        <p14:creationId xmlns:p14="http://schemas.microsoft.com/office/powerpoint/2010/main" val="1193629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D13203-C45F-4B9D-B7ED-D57CB5F50A73}"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1A4E4F-346C-45C3-9D85-1698F21DC516}" type="slidenum">
              <a:rPr lang="en-US" smtClean="0"/>
              <a:t>‹#›</a:t>
            </a:fld>
            <a:endParaRPr lang="en-US"/>
          </a:p>
        </p:txBody>
      </p:sp>
    </p:spTree>
    <p:extLst>
      <p:ext uri="{BB962C8B-B14F-4D97-AF65-F5344CB8AC3E}">
        <p14:creationId xmlns:p14="http://schemas.microsoft.com/office/powerpoint/2010/main" val="42841962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9D13203-C45F-4B9D-B7ED-D57CB5F50A73}" type="datetimeFigureOut">
              <a:rPr lang="en-US" smtClean="0"/>
              <a:t>10/28/2026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B1A4E4F-346C-45C3-9D85-1698F21DC516}"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36890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07B47-8E8B-9760-6F86-BED8F3A53E8F}"/>
              </a:ext>
            </a:extLst>
          </p:cNvPr>
          <p:cNvSpPr>
            <a:spLocks noGrp="1"/>
          </p:cNvSpPr>
          <p:nvPr>
            <p:ph type="ctrTitle"/>
          </p:nvPr>
        </p:nvSpPr>
        <p:spPr/>
        <p:txBody>
          <a:bodyPr/>
          <a:lstStyle/>
          <a:p>
            <a:r>
              <a:rPr lang="en-US" dirty="0"/>
              <a:t>Welcome</a:t>
            </a:r>
          </a:p>
        </p:txBody>
      </p:sp>
      <p:sp>
        <p:nvSpPr>
          <p:cNvPr id="3" name="Subtitle 2">
            <a:extLst>
              <a:ext uri="{FF2B5EF4-FFF2-40B4-BE49-F238E27FC236}">
                <a16:creationId xmlns:a16="http://schemas.microsoft.com/office/drawing/2014/main" id="{DE2F7CF0-D1EB-535E-5A31-1CED6AB8A61A}"/>
              </a:ext>
            </a:extLst>
          </p:cNvPr>
          <p:cNvSpPr>
            <a:spLocks noGrp="1"/>
          </p:cNvSpPr>
          <p:nvPr>
            <p:ph type="subTitle" idx="1"/>
          </p:nvPr>
        </p:nvSpPr>
        <p:spPr/>
        <p:txBody>
          <a:bodyPr/>
          <a:lstStyle/>
          <a:p>
            <a:r>
              <a:rPr lang="en-US" dirty="0"/>
              <a:t>Group 1</a:t>
            </a:r>
          </a:p>
          <a:p>
            <a:r>
              <a:rPr lang="en-US" dirty="0"/>
              <a:t>Semester project</a:t>
            </a:r>
          </a:p>
        </p:txBody>
      </p:sp>
    </p:spTree>
    <p:extLst>
      <p:ext uri="{BB962C8B-B14F-4D97-AF65-F5344CB8AC3E}">
        <p14:creationId xmlns:p14="http://schemas.microsoft.com/office/powerpoint/2010/main" val="2362916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7A4FD-1038-72F1-6C1B-9B0491FDC9E5}"/>
              </a:ext>
            </a:extLst>
          </p:cNvPr>
          <p:cNvSpPr>
            <a:spLocks noGrp="1"/>
          </p:cNvSpPr>
          <p:nvPr>
            <p:ph type="title"/>
          </p:nvPr>
        </p:nvSpPr>
        <p:spPr/>
        <p:txBody>
          <a:bodyPr/>
          <a:lstStyle/>
          <a:p>
            <a:r>
              <a:rPr lang="en-US" dirty="0"/>
              <a:t>Problem formulation</a:t>
            </a:r>
          </a:p>
        </p:txBody>
      </p:sp>
      <p:sp>
        <p:nvSpPr>
          <p:cNvPr id="3" name="Content Placeholder 2">
            <a:extLst>
              <a:ext uri="{FF2B5EF4-FFF2-40B4-BE49-F238E27FC236}">
                <a16:creationId xmlns:a16="http://schemas.microsoft.com/office/drawing/2014/main" id="{BED54ED5-9184-0655-5BF5-BEB64587DF43}"/>
              </a:ext>
            </a:extLst>
          </p:cNvPr>
          <p:cNvSpPr>
            <a:spLocks noGrp="1"/>
          </p:cNvSpPr>
          <p:nvPr>
            <p:ph idx="1"/>
          </p:nvPr>
        </p:nvSpPr>
        <p:spPr/>
        <p:txBody>
          <a:bodyPr/>
          <a:lstStyle/>
          <a:p>
            <a:r>
              <a:rPr lang="en-US" sz="1800" kern="100" dirty="0">
                <a:effectLst/>
                <a:latin typeface="Calibri" panose="020F0502020204030204" pitchFamily="34" charset="0"/>
                <a:ea typeface="Calibri" panose="020F0502020204030204" pitchFamily="34" charset="0"/>
                <a:cs typeface="Arial" panose="020B0604020202020204" pitchFamily="34" charset="0"/>
              </a:rPr>
              <a:t>To address the critical bottleneck of dispatcher overload, our software simplifies the workspace during high-stress periods—allowing personnel to quickly manage competing priorities by displaying real-time unit availability, hospital capacities, and customizable emergency triage. Prioritizing emergency calls under intense mental pressure often leads to delayed response times, contributing to Denmark's estimated 1,200 to 3,000 annual preventable medical deaths. By streamlining decision-making when speed matters most, the software reduces response times to minimize casualties, mitigate avoidable injuries, and ultimately save lives.</a:t>
            </a:r>
          </a:p>
          <a:p>
            <a:endParaRPr lang="en-US" dirty="0"/>
          </a:p>
        </p:txBody>
      </p:sp>
    </p:spTree>
    <p:extLst>
      <p:ext uri="{BB962C8B-B14F-4D97-AF65-F5344CB8AC3E}">
        <p14:creationId xmlns:p14="http://schemas.microsoft.com/office/powerpoint/2010/main" val="235916145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60086-46EA-1DD7-AD9C-3A74DAA51122}"/>
              </a:ext>
            </a:extLst>
          </p:cNvPr>
          <p:cNvSpPr>
            <a:spLocks noGrp="1"/>
          </p:cNvSpPr>
          <p:nvPr>
            <p:ph type="title"/>
          </p:nvPr>
        </p:nvSpPr>
        <p:spPr/>
        <p:txBody>
          <a:bodyPr/>
          <a:lstStyle/>
          <a:p>
            <a:r>
              <a:rPr lang="en-US" dirty="0"/>
              <a:t>Software design</a:t>
            </a:r>
          </a:p>
        </p:txBody>
      </p:sp>
      <p:pic>
        <p:nvPicPr>
          <p:cNvPr id="5" name="Content Placeholder 4">
            <a:extLst>
              <a:ext uri="{FF2B5EF4-FFF2-40B4-BE49-F238E27FC236}">
                <a16:creationId xmlns:a16="http://schemas.microsoft.com/office/drawing/2014/main" id="{A2B88884-E878-C1D1-D0EA-2D0AEB068D0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54437" y="1846263"/>
            <a:ext cx="6143452" cy="4022725"/>
          </a:xfrm>
        </p:spPr>
      </p:pic>
    </p:spTree>
    <p:extLst>
      <p:ext uri="{BB962C8B-B14F-4D97-AF65-F5344CB8AC3E}">
        <p14:creationId xmlns:p14="http://schemas.microsoft.com/office/powerpoint/2010/main" val="250600619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CB410-E5F0-E30E-C124-44A02EDBBD56}"/>
              </a:ext>
            </a:extLst>
          </p:cNvPr>
          <p:cNvSpPr>
            <a:spLocks noGrp="1"/>
          </p:cNvSpPr>
          <p:nvPr>
            <p:ph type="title"/>
          </p:nvPr>
        </p:nvSpPr>
        <p:spPr/>
        <p:txBody>
          <a:bodyPr/>
          <a:lstStyle/>
          <a:p>
            <a:r>
              <a:rPr lang="en-US" dirty="0"/>
              <a:t>Remaining work</a:t>
            </a:r>
          </a:p>
        </p:txBody>
      </p:sp>
      <p:sp>
        <p:nvSpPr>
          <p:cNvPr id="3" name="Content Placeholder 2">
            <a:extLst>
              <a:ext uri="{FF2B5EF4-FFF2-40B4-BE49-F238E27FC236}">
                <a16:creationId xmlns:a16="http://schemas.microsoft.com/office/drawing/2014/main" id="{960CFAA0-7FBA-FC4D-9E77-2D193EE917CD}"/>
              </a:ext>
            </a:extLst>
          </p:cNvPr>
          <p:cNvSpPr>
            <a:spLocks noGrp="1"/>
          </p:cNvSpPr>
          <p:nvPr>
            <p:ph idx="1"/>
          </p:nvPr>
        </p:nvSpPr>
        <p:spPr/>
        <p:txBody>
          <a:bodyPr/>
          <a:lstStyle/>
          <a:p>
            <a:r>
              <a:rPr lang="en-US" dirty="0"/>
              <a:t>- Proper implementation</a:t>
            </a:r>
          </a:p>
          <a:p>
            <a:r>
              <a:rPr lang="en-US" dirty="0"/>
              <a:t>- Testing</a:t>
            </a:r>
          </a:p>
          <a:p>
            <a:r>
              <a:rPr lang="en-US" dirty="0"/>
              <a:t>- Write the report</a:t>
            </a:r>
          </a:p>
        </p:txBody>
      </p:sp>
    </p:spTree>
    <p:extLst>
      <p:ext uri="{BB962C8B-B14F-4D97-AF65-F5344CB8AC3E}">
        <p14:creationId xmlns:p14="http://schemas.microsoft.com/office/powerpoint/2010/main" val="230103573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83887-3FD5-AE73-9B5B-7830D07A2D2F}"/>
              </a:ext>
            </a:extLst>
          </p:cNvPr>
          <p:cNvSpPr>
            <a:spLocks noGrp="1"/>
          </p:cNvSpPr>
          <p:nvPr>
            <p:ph type="title"/>
          </p:nvPr>
        </p:nvSpPr>
        <p:spPr/>
        <p:txBody>
          <a:bodyPr/>
          <a:lstStyle/>
          <a:p>
            <a:r>
              <a:rPr lang="en-US" dirty="0"/>
              <a:t>Challenges &amp; next steps</a:t>
            </a:r>
          </a:p>
        </p:txBody>
      </p:sp>
      <p:sp>
        <p:nvSpPr>
          <p:cNvPr id="3" name="Content Placeholder 2">
            <a:extLst>
              <a:ext uri="{FF2B5EF4-FFF2-40B4-BE49-F238E27FC236}">
                <a16:creationId xmlns:a16="http://schemas.microsoft.com/office/drawing/2014/main" id="{F46E5B43-25BF-5A61-FA30-9ACFA9DE64EB}"/>
              </a:ext>
            </a:extLst>
          </p:cNvPr>
          <p:cNvSpPr>
            <a:spLocks noGrp="1"/>
          </p:cNvSpPr>
          <p:nvPr>
            <p:ph idx="1"/>
          </p:nvPr>
        </p:nvSpPr>
        <p:spPr/>
        <p:txBody>
          <a:bodyPr/>
          <a:lstStyle/>
          <a:p>
            <a:r>
              <a:rPr lang="en-US" dirty="0"/>
              <a:t>- due to different levels of technical knowledge, adjusting to meet everyone’s level can be difficult</a:t>
            </a:r>
          </a:p>
          <a:p>
            <a:endParaRPr lang="en-US" dirty="0"/>
          </a:p>
        </p:txBody>
      </p:sp>
    </p:spTree>
    <p:extLst>
      <p:ext uri="{BB962C8B-B14F-4D97-AF65-F5344CB8AC3E}">
        <p14:creationId xmlns:p14="http://schemas.microsoft.com/office/powerpoint/2010/main" val="31687733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7F234C-FBD2-F5F1-AA6F-637812E94FE0}"/>
              </a:ext>
            </a:extLst>
          </p:cNvPr>
          <p:cNvSpPr>
            <a:spLocks noGrp="1"/>
          </p:cNvSpPr>
          <p:nvPr>
            <p:ph type="title" idx="4294967295"/>
          </p:nvPr>
        </p:nvSpPr>
        <p:spPr>
          <a:xfrm>
            <a:off x="2133600" y="3233738"/>
            <a:ext cx="10058400" cy="855662"/>
          </a:xfrm>
        </p:spPr>
        <p:txBody>
          <a:bodyPr>
            <a:normAutofit/>
          </a:bodyPr>
          <a:lstStyle/>
          <a:p>
            <a:r>
              <a:rPr lang="en-US" dirty="0"/>
              <a:t>Thanks for attention</a:t>
            </a:r>
          </a:p>
        </p:txBody>
      </p:sp>
    </p:spTree>
    <p:extLst>
      <p:ext uri="{BB962C8B-B14F-4D97-AF65-F5344CB8AC3E}">
        <p14:creationId xmlns:p14="http://schemas.microsoft.com/office/powerpoint/2010/main" val="1962911611"/>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29</TotalTime>
  <Words>135</Words>
  <Application>Microsoft Office PowerPoint</Application>
  <PresentationFormat>Widescreen</PresentationFormat>
  <Paragraphs>13</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Calibri</vt:lpstr>
      <vt:lpstr>Calibri Light</vt:lpstr>
      <vt:lpstr>Retrospect</vt:lpstr>
      <vt:lpstr>Welcome</vt:lpstr>
      <vt:lpstr>Problem formulation</vt:lpstr>
      <vt:lpstr>Software design</vt:lpstr>
      <vt:lpstr>Remaining work</vt:lpstr>
      <vt:lpstr>Challenges &amp; next steps</vt:lpstr>
      <vt:lpstr>Thanks for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dc:title>
  <dc:creator>Richard Švajdlenka</dc:creator>
  <cp:lastModifiedBy>Richard Švajdlenka</cp:lastModifiedBy>
  <cp:revision>5</cp:revision>
  <dcterms:created xsi:type="dcterms:W3CDTF">2026-10-28T11:45:14Z</dcterms:created>
  <dcterms:modified xsi:type="dcterms:W3CDTF">2026-10-28T12:14:40Z</dcterms:modified>
</cp:coreProperties>
</file>